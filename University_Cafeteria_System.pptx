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560320"/>
            <a:ext cx="4572000" cy="4572000"/>
          </a:xfrm>
          <a:prstGeom prst="oval">
            <a:avLst/>
          </a:prstGeom>
          <a:solidFill>
            <a:srgbClr val="6F4E37">
              <a:alpha val="12000"/>
            </a:srgbClr>
          </a:solidFill>
          <a:ln w="12700">
            <a:solidFill>
              <a:srgbClr val="6F4E37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Cafeteria 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·  BLoC  ·  REST API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Flutter  </a:t>
            </a:r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algn="ctr" indent="0" marL="0">
              <a:buNone/>
            </a:pPr>
            <a:r>
              <a:rPr lang="en-US" sz="140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BLoC  </a:t>
            </a:r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algn="ctr" indent="0" marL="0">
              <a:buNone/>
            </a:pPr>
            <a:r>
              <a:rPr lang="en-US" sz="140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REST API 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mobile app walkthrough for Flutter beginners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1005840"/>
            <a:ext cx="4160520" cy="3566160"/>
          </a:xfrm>
          <a:prstGeom prst="rect">
            <a:avLst/>
          </a:prstGeom>
          <a:solidFill>
            <a:srgbClr val="1A0D0D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The Problem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84048" y="1481328"/>
            <a:ext cx="3794760" cy="0"/>
          </a:xfrm>
          <a:prstGeom prst="line">
            <a:avLst/>
          </a:prstGeom>
          <a:noFill/>
          <a:ln w="6350">
            <a:solidFill>
              <a:srgbClr val="F85149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6002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queues at the cafeteria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21031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paper-based ordering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26060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order tracking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4048" y="31089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can't see order status easily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4048" y="3611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managed with spreadsheets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81728" y="1005840"/>
            <a:ext cx="4160520" cy="3566160"/>
          </a:xfrm>
          <a:prstGeom prst="rect">
            <a:avLst/>
          </a:prstGeom>
          <a:solidFill>
            <a:srgbClr val="0D1A0D"/>
          </a:solidFill>
          <a:ln w="19050">
            <a:solidFill>
              <a:srgbClr val="2386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The Solution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64608" y="1481328"/>
            <a:ext cx="3794760" cy="0"/>
          </a:xfrm>
          <a:prstGeom prst="line">
            <a:avLst/>
          </a:prstGeom>
          <a:noFill/>
          <a:ln w="6350">
            <a:solidFill>
              <a:srgbClr val="238636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6002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college staff to order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64608" y="21031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for cafeteria team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64608" y="26060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order status updates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64608" y="31089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menu management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64608" y="3611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(User / Admin)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Roles, One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168" y="685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serves two distinct user types with different experiences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4160520" cy="37490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05840"/>
            <a:ext cx="416052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1430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👨‍💼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92608" y="17190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Staff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92608" y="207568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" y="2340864"/>
            <a:ext cx="365760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45059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cafeteria menu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281635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meals by category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318211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 to cart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" y="354787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and track orders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391363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favourite meals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427939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order history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81728" y="1005840"/>
            <a:ext cx="4160520" cy="3749040"/>
          </a:xfrm>
          <a:prstGeom prst="rect">
            <a:avLst/>
          </a:prstGeom>
          <a:solidFill>
            <a:srgbClr val="161B22"/>
          </a:solidFill>
          <a:ln w="19050">
            <a:solidFill>
              <a:srgbClr val="A67C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1728" y="1005840"/>
            <a:ext cx="4160520" cy="64008"/>
          </a:xfrm>
          <a:prstGeom prst="rect">
            <a:avLst/>
          </a:prstGeom>
          <a:solidFill>
            <a:srgbClr val="A67C5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11430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👨‍🍳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773168" y="17190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Cafeteria Staff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773168" y="207568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10328" y="2340864"/>
            <a:ext cx="365760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245059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incoming orders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281635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order status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64608" y="318211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meals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64608" y="354787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stock &amp; variants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64608" y="391363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sales analytics 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427939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item availability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Dependencies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168" y="685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library has a clear purpose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20574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05840"/>
            <a:ext cx="20574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1155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" y="1408176"/>
            <a:ext cx="1874520" cy="201168"/>
          </a:xfrm>
          <a:prstGeom prst="rect">
            <a:avLst/>
          </a:prstGeom>
          <a:solidFill>
            <a:srgbClr val="1C243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417320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1664208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mobile UI toolkit by Google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005840"/>
            <a:ext cx="20574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005840"/>
            <a:ext cx="20574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1155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0" y="1408176"/>
            <a:ext cx="1874520" cy="201168"/>
          </a:xfrm>
          <a:prstGeom prst="rect">
            <a:avLst/>
          </a:prstGeom>
          <a:solidFill>
            <a:srgbClr val="1C243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96896" y="1417320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0320" y="1664208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Strongly-typed language powering Flutter apps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6592" y="1005840"/>
            <a:ext cx="20574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6592" y="1005840"/>
            <a:ext cx="2057400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1155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flutter_bloc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28032" y="1408176"/>
            <a:ext cx="1874520" cy="201168"/>
          </a:xfrm>
          <a:prstGeom prst="rect">
            <a:avLst/>
          </a:prstGeom>
          <a:solidFill>
            <a:srgbClr val="1C243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417320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28032" y="1664208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UI from business logic using Events &amp; States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04304" y="1005840"/>
            <a:ext cx="20574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04304" y="1005840"/>
            <a:ext cx="2057400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95744" y="11155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Equatable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95744" y="1408176"/>
            <a:ext cx="1874520" cy="201168"/>
          </a:xfrm>
          <a:prstGeom prst="rect">
            <a:avLst/>
          </a:prstGeom>
          <a:solidFill>
            <a:srgbClr val="1C243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1417320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Equality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95744" y="1664208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BLoC events/states by value, not reference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1168" y="3063240"/>
            <a:ext cx="20574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1168" y="3063240"/>
            <a:ext cx="2057400" cy="54864"/>
          </a:xfrm>
          <a:prstGeom prst="rect">
            <a:avLst/>
          </a:prstGeom>
          <a:solidFill>
            <a:srgbClr val="A67C5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31729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92608" y="3465576"/>
            <a:ext cx="1874520" cy="201168"/>
          </a:xfrm>
          <a:prstGeom prst="rect">
            <a:avLst/>
          </a:prstGeom>
          <a:solidFill>
            <a:srgbClr val="1C243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3474720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92608" y="3721608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API calls with interceptors &amp; token injection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68880" y="3063240"/>
            <a:ext cx="20574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68880" y="3063240"/>
            <a:ext cx="2057400" cy="54864"/>
          </a:xfrm>
          <a:prstGeom prst="rect">
            <a:avLst/>
          </a:prstGeom>
          <a:solidFill>
            <a:srgbClr val="A67C5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31729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get_it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560320" y="3465576"/>
            <a:ext cx="1874520" cy="201168"/>
          </a:xfrm>
          <a:prstGeom prst="rect">
            <a:avLst/>
          </a:prstGeom>
          <a:solidFill>
            <a:srgbClr val="1C243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96896" y="3474720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60320" y="3721608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locator that provides BLoCs and repos app-wide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36592" y="3063240"/>
            <a:ext cx="20574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36592" y="3063240"/>
            <a:ext cx="2057400" cy="54864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31729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dartz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828032" y="3465576"/>
            <a:ext cx="1874520" cy="201168"/>
          </a:xfrm>
          <a:prstGeom prst="rect">
            <a:avLst/>
          </a:prstGeom>
          <a:solidFill>
            <a:srgbClr val="1C243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3474720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Programming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28032" y="3721608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Either&lt;Failure, Success&gt; for clean error handling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004304" y="3063240"/>
            <a:ext cx="20574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04304" y="3063240"/>
            <a:ext cx="2057400" cy="54864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95744" y="31729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Backend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095744" y="3465576"/>
            <a:ext cx="1874520" cy="201168"/>
          </a:xfrm>
          <a:prstGeom prst="rect">
            <a:avLst/>
          </a:prstGeom>
          <a:solidFill>
            <a:srgbClr val="1C243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0" y="3474720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95744" y="3721608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MongoDB powers all data and authentication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168" y="685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is split into 3 independent layers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8732520" cy="822960"/>
          </a:xfrm>
          <a:prstGeom prst="rect">
            <a:avLst/>
          </a:prstGeom>
          <a:solidFill>
            <a:srgbClr val="1C1040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960120"/>
            <a:ext cx="73152" cy="82296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100584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 ·  Pages  ·  BLoC  (Events, States)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30759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nothing about data sources. Talks only to UseCases via BLoC.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0" y="18105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1993392"/>
            <a:ext cx="8732520" cy="822960"/>
          </a:xfrm>
          <a:prstGeom prst="rect">
            <a:avLst/>
          </a:prstGeom>
          <a:solidFill>
            <a:srgbClr val="0D1A2A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993392"/>
            <a:ext cx="73152" cy="8229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3911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94560" y="203911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 ·  Repository Interfaces  ·  UseCases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340864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Dart. No Flutter. No HTTP. The heart of the app.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0" y="28437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3026664"/>
            <a:ext cx="8732520" cy="822960"/>
          </a:xfrm>
          <a:prstGeom prst="rect">
            <a:avLst/>
          </a:prstGeom>
          <a:solidFill>
            <a:srgbClr val="0D1A0D"/>
          </a:solidFill>
          <a:ln w="19050">
            <a:solidFill>
              <a:srgbClr val="2386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3026664"/>
            <a:ext cx="73152" cy="82296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723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94560" y="307238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 ·  Repository Impl  ·  Remote DataSource  ·  Local DataSource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3374136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Dio API calls and SharedPreferences. Implements domain contracts.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" y="4069080"/>
            <a:ext cx="873252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160520"/>
            <a:ext cx="8366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Every feature (auth, home, cart, order, admin) has its own copy of these 3 layers  →  lib/features/{feature}/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0972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Screen: Login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530352"/>
            <a:ext cx="873252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21792"/>
            <a:ext cx="2377440" cy="4206240"/>
          </a:xfrm>
          <a:prstGeom prst="rect">
            <a:avLst/>
          </a:prstGeom>
          <a:solidFill>
            <a:srgbClr val="1A2030"/>
          </a:solidFill>
          <a:ln w="25400">
            <a:solidFill>
              <a:srgbClr val="4A55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621792"/>
            <a:ext cx="713232" cy="1188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" y="758952"/>
            <a:ext cx="2231136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4663440"/>
            <a:ext cx="713232" cy="640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" y="786384"/>
            <a:ext cx="2231136" cy="10972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235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OnTheWay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1704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☕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0040" y="17007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19751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continue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231136"/>
            <a:ext cx="219456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26771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505456"/>
            <a:ext cx="219456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25420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816352"/>
            <a:ext cx="2194560" cy="246888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83464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31272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or —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3328416"/>
            <a:ext cx="2194560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34670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with Google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" y="36393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have an account? Sign Up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834640" y="621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API Endpoints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834640" y="9144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9235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/auth/sign-in/email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34640" y="11430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11521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/auth/sign-up/email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834640" y="13716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0" y="13807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/auth/sign-in/social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834640" y="17007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BLoC Events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834640" y="1993392"/>
            <a:ext cx="941832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98648" y="200253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SignInEvent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913632" y="1993392"/>
            <a:ext cx="941832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77640" y="200253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SignUpEvent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92624" y="1993392"/>
            <a:ext cx="1380744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56632" y="2002536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GoogleSignInEvent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34640" y="23408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BLoC States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834640" y="2679192"/>
            <a:ext cx="109728" cy="109728"/>
          </a:xfrm>
          <a:prstGeom prst="oval">
            <a:avLst/>
          </a:prstGeom>
          <a:solidFill>
            <a:srgbClr val="A67C5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99232" y="26334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AuthLoading  —  Showing spinner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4640" y="2898648"/>
            <a:ext cx="109728" cy="109728"/>
          </a:xfrm>
          <a:prstGeom prst="oval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99232" y="28529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AuthSuccess  —  Navigate to Home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34640" y="3118104"/>
            <a:ext cx="109728" cy="109728"/>
          </a:xfrm>
          <a:prstGeom prst="oval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99232" y="30723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AuthFailure  —  Show error snackbar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834640" y="3337560"/>
            <a:ext cx="109728" cy="109728"/>
          </a:xfrm>
          <a:prstGeom prst="oval">
            <a:avLst/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99232" y="32918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AuthInitial  —  Default state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0972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Screen: Menu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530352"/>
            <a:ext cx="873252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21792"/>
            <a:ext cx="2377440" cy="4206240"/>
          </a:xfrm>
          <a:prstGeom prst="rect">
            <a:avLst/>
          </a:prstGeom>
          <a:solidFill>
            <a:srgbClr val="1A2030"/>
          </a:solidFill>
          <a:ln w="25400">
            <a:solidFill>
              <a:srgbClr val="4A55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621792"/>
            <a:ext cx="713232" cy="1188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" y="758952"/>
            <a:ext cx="2231136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4663440"/>
            <a:ext cx="713232" cy="640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" y="786384"/>
            <a:ext cx="2231136" cy="10972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914400"/>
            <a:ext cx="219456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932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   OnTheWay   🛒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12252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morning, Ahmed 👋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140817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like today?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" y="1609344"/>
            <a:ext cx="475488" cy="182880"/>
          </a:xfrm>
          <a:prstGeom prst="rect">
            <a:avLst/>
          </a:prstGeom>
          <a:solidFill>
            <a:srgbClr val="6F4E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61848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822960" y="1609344"/>
            <a:ext cx="475488" cy="182880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161848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325880" y="1609344"/>
            <a:ext cx="475488" cy="182880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161848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1609344"/>
            <a:ext cx="475488" cy="182880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161848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0040" y="1865376"/>
            <a:ext cx="1005840" cy="502920"/>
          </a:xfrm>
          <a:prstGeom prst="rect">
            <a:avLst/>
          </a:prstGeom>
          <a:solidFill>
            <a:srgbClr val="2D4A3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3865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Sandwich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97280" y="23865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❤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0040" y="256032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EGP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371600" y="1865376"/>
            <a:ext cx="1005840" cy="502920"/>
          </a:xfrm>
          <a:prstGeom prst="rect">
            <a:avLst/>
          </a:prstGeom>
          <a:solidFill>
            <a:srgbClr val="3A2D4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23865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148840" y="23865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❤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371600" y="256032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EGP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0040" y="2825496"/>
            <a:ext cx="1005840" cy="502920"/>
          </a:xfrm>
          <a:prstGeom prst="rect">
            <a:avLst/>
          </a:prstGeom>
          <a:solidFill>
            <a:srgbClr val="4A3A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34670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097280" y="33467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❤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0040" y="352044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EGP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371600" y="2825496"/>
            <a:ext cx="1005840" cy="502920"/>
          </a:xfrm>
          <a:prstGeom prst="rect">
            <a:avLst/>
          </a:prstGeom>
          <a:solidFill>
            <a:srgbClr val="2D3A4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334670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148840" y="33467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❤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371600" y="352044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EGP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20040" y="3785616"/>
            <a:ext cx="2194560" cy="274320"/>
          </a:xfrm>
          <a:prstGeom prst="rect">
            <a:avLst/>
          </a:prstGeom>
          <a:solidFill>
            <a:srgbClr val="1A20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8039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  🛒  📋  👤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834640" y="621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API Endpoints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834640" y="9144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9235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/menu/items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834640" y="11430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0" y="11521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/menu/items?category={id}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834640" y="13716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0" y="13807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/menu/categories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834640" y="17007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BLoC Events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834640" y="1993392"/>
            <a:ext cx="1380744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98648" y="2002536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GetMenuItemsEvent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34256" y="1993392"/>
            <a:ext cx="1673352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98264" y="2002536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FilterByCategoryEvent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26480" y="1993392"/>
            <a:ext cx="1234440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90488" y="20025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SearchMenuEvent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834640" y="23408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BLoC States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834640" y="2679192"/>
            <a:ext cx="109728" cy="109728"/>
          </a:xfrm>
          <a:prstGeom prst="oval">
            <a:avLst/>
          </a:prstGeom>
          <a:solidFill>
            <a:srgbClr val="A67C5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99232" y="26334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HomeLoading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834640" y="2898648"/>
            <a:ext cx="109728" cy="109728"/>
          </a:xfrm>
          <a:prstGeom prst="oval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999232" y="28529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HomeLoaded  —  Items list rendered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834640" y="3118104"/>
            <a:ext cx="109728" cy="109728"/>
          </a:xfrm>
          <a:prstGeom prst="oval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99232" y="30723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HomeError  —  Error message shown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834640" y="3410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Notes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2834640" y="36850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fetched once on page load.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filter is client-side for performance.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0972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Screen: Meal Details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530352"/>
            <a:ext cx="873252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21792"/>
            <a:ext cx="2377440" cy="4206240"/>
          </a:xfrm>
          <a:prstGeom prst="rect">
            <a:avLst/>
          </a:prstGeom>
          <a:solidFill>
            <a:srgbClr val="1A2030"/>
          </a:solidFill>
          <a:ln w="25400">
            <a:solidFill>
              <a:srgbClr val="4A55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621792"/>
            <a:ext cx="713232" cy="1188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" y="758952"/>
            <a:ext cx="2231136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4663440"/>
            <a:ext cx="713232" cy="640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786384"/>
            <a:ext cx="2194560" cy="822960"/>
          </a:xfrm>
          <a:prstGeom prst="rect">
            <a:avLst/>
          </a:prstGeom>
          <a:solidFill>
            <a:srgbClr val="2D4A3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321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Back                           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96926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🍗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0040" y="16824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Grilled Chicken Sandwich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" y="1929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EGP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21396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  (4.2)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23591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grilled chicken with lettuce,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and special sauce.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27249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907792"/>
            <a:ext cx="594360" cy="201168"/>
          </a:xfrm>
          <a:prstGeom prst="rect">
            <a:avLst/>
          </a:prstGeom>
          <a:solidFill>
            <a:srgbClr val="6F4E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169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005840" y="2907792"/>
            <a:ext cx="59436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29169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0040" y="31821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− ]   1   [ + 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456432"/>
            <a:ext cx="2194560" cy="256032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4747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34640" y="621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API Endpoints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834640" y="9144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9235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/menu/items/{id}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834640" y="12618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BLoC Events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834640" y="1536192"/>
            <a:ext cx="1527048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98648" y="1545336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GetItemDetailsEvent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80560" y="1536192"/>
            <a:ext cx="1453896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44568" y="1545336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SelectVariantEvent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53328" y="1536192"/>
            <a:ext cx="1161288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17336" y="154533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AddToCartEvent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834640" y="1938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BLoC States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834640" y="2276856"/>
            <a:ext cx="109728" cy="109728"/>
          </a:xfrm>
          <a:prstGeom prst="oval">
            <a:avLst/>
          </a:prstGeom>
          <a:solidFill>
            <a:srgbClr val="A67C5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99232" y="22311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ItemLoading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834640" y="2496312"/>
            <a:ext cx="109728" cy="109728"/>
          </a:xfrm>
          <a:prstGeom prst="oval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99232" y="24505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ItemLoaded  —  Details rendered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834640" y="2715768"/>
            <a:ext cx="109728" cy="109728"/>
          </a:xfrm>
          <a:prstGeom prst="oval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99232" y="26700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CartUpdated  —  Item added, show toast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4640" y="2935224"/>
            <a:ext cx="109728" cy="109728"/>
          </a:xfrm>
          <a:prstGeom prst="oval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99232" y="28895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ItemError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834640" y="32278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Notes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834640" y="35021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AddToCartEvent is handled by CartBloc,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HomeBloc — BLoCs are independent.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0972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Screen: Cart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530352"/>
            <a:ext cx="873252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21792"/>
            <a:ext cx="2377440" cy="4206240"/>
          </a:xfrm>
          <a:prstGeom prst="rect">
            <a:avLst/>
          </a:prstGeom>
          <a:solidFill>
            <a:srgbClr val="1A2030"/>
          </a:solidFill>
          <a:ln w="25400">
            <a:solidFill>
              <a:srgbClr val="4A55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621792"/>
            <a:ext cx="713232" cy="1188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" y="758952"/>
            <a:ext cx="2231136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4663440"/>
            <a:ext cx="713232" cy="640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" y="786384"/>
            <a:ext cx="2231136" cy="10972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32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Cart  (3)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225296"/>
            <a:ext cx="219456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271016"/>
            <a:ext cx="457200" cy="502920"/>
          </a:xfrm>
          <a:prstGeom prst="rect">
            <a:avLst/>
          </a:prstGeom>
          <a:solidFill>
            <a:srgbClr val="2D4A3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280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Sandwich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14721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EGP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16184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[ − ] 2 [ + ]   🗑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040" y="1911096"/>
            <a:ext cx="219456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956816"/>
            <a:ext cx="457200" cy="502920"/>
          </a:xfrm>
          <a:prstGeom prst="rect">
            <a:avLst/>
          </a:prstGeom>
          <a:solidFill>
            <a:srgbClr val="3A2D4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1965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" y="21579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EGP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23042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[ − ] 2 [ + ]   🗑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0040" y="2651760"/>
            <a:ext cx="219456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7066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Summary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29443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91640" y="29443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EGP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" y="31638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91640" y="316382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" y="34015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91640" y="34015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EGP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694176"/>
            <a:ext cx="2194560" cy="256032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7124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621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API Endpoints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834640" y="9144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9235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/cart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834640" y="11430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0" y="11521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/cart/items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834640" y="13716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13807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/cart/items/{id}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834640" y="16002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0" y="16093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 /cart/items/{id}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834640" y="18288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26080" y="18379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 /cart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834640" y="2194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BLoC Events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834640" y="2487168"/>
            <a:ext cx="1014984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98648" y="249631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GetCartEvent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68496" y="2487168"/>
            <a:ext cx="1307592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32504" y="249631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AddCartItemEvent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94960" y="2487168"/>
            <a:ext cx="1527048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58968" y="249631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UpdateCartItemEvent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834640" y="2761488"/>
            <a:ext cx="1527048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98648" y="277063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RemoveCartItemEvent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480560" y="2761488"/>
            <a:ext cx="1161288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44568" y="277063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ClearCartEvent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834640" y="31363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BLoC States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834640" y="3474720"/>
            <a:ext cx="109728" cy="109728"/>
          </a:xfrm>
          <a:prstGeom prst="oval">
            <a:avLst/>
          </a:prstGeom>
          <a:solidFill>
            <a:srgbClr val="A67C5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99232" y="3429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CartLoading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834640" y="3694176"/>
            <a:ext cx="109728" cy="109728"/>
          </a:xfrm>
          <a:prstGeom prst="oval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99232" y="36484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CartLoaded  —  List rendered + total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834640" y="3913632"/>
            <a:ext cx="109728" cy="109728"/>
          </a:xfrm>
          <a:prstGeom prst="oval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99232" y="38679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CartUpdated  —  Quantity changed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834640" y="4133088"/>
            <a:ext cx="109728" cy="109728"/>
          </a:xfrm>
          <a:prstGeom prst="oval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99232" y="40873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CartError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0972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Screen: Orders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530352"/>
            <a:ext cx="873252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21792"/>
            <a:ext cx="2377440" cy="4206240"/>
          </a:xfrm>
          <a:prstGeom prst="rect">
            <a:avLst/>
          </a:prstGeom>
          <a:solidFill>
            <a:srgbClr val="1A2030"/>
          </a:solidFill>
          <a:ln w="25400">
            <a:solidFill>
              <a:srgbClr val="4A55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621792"/>
            <a:ext cx="713232" cy="1188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" y="758952"/>
            <a:ext cx="2231136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4663440"/>
            <a:ext cx="713232" cy="640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" y="786384"/>
            <a:ext cx="2231136" cy="10972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32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Orders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188720"/>
            <a:ext cx="502920" cy="182880"/>
          </a:xfrm>
          <a:prstGeom prst="rect">
            <a:avLst/>
          </a:prstGeom>
          <a:solidFill>
            <a:srgbClr val="6F4E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1978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59536" y="1188720"/>
            <a:ext cx="502920" cy="182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11978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99032" y="1188720"/>
            <a:ext cx="502920" cy="182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99032" y="11978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938528" y="1188720"/>
            <a:ext cx="502920" cy="182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38528" y="11978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0040" y="1463040"/>
            <a:ext cx="21945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15361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#1042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3192" y="172821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items  ·  90 EGP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93192" y="1938528"/>
            <a:ext cx="685800" cy="182880"/>
          </a:xfrm>
          <a:prstGeom prst="rect">
            <a:avLst/>
          </a:prstGeom>
          <a:solidFill>
            <a:srgbClr val="1C243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1947672"/>
            <a:ext cx="667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93192" y="21762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10:32 AM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2560320"/>
            <a:ext cx="21945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26334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#1039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93192" y="282549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item  ·  25 EGP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93192" y="3035808"/>
            <a:ext cx="685800" cy="182880"/>
          </a:xfrm>
          <a:prstGeom prst="rect">
            <a:avLst/>
          </a:prstGeom>
          <a:solidFill>
            <a:srgbClr val="1C243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044952"/>
            <a:ext cx="667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93192" y="327355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834640" y="621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API Endpoints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834640" y="9144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9235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/orders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834640" y="11430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0" y="11521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/orders/{id}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834640" y="13716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13807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/orders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834640" y="16002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0" y="16093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 /orders/{id}  (cancel)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834640" y="1938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BLoC Events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834640" y="2231136"/>
            <a:ext cx="1161288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98648" y="224028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GetOrdersEvent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0" y="2231136"/>
            <a:ext cx="1380744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78808" y="224028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GetOrderByIdEvent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14416" y="2231136"/>
            <a:ext cx="1307592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78424" y="224028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CreateOrderEvent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834640" y="2505456"/>
            <a:ext cx="1307592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98648" y="251460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CancelOrderEvent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834640" y="28529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BLoC States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834640" y="3191256"/>
            <a:ext cx="109728" cy="109728"/>
          </a:xfrm>
          <a:prstGeom prst="oval">
            <a:avLst/>
          </a:prstGeom>
          <a:solidFill>
            <a:srgbClr val="A67C5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99232" y="31455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OrderLoading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834640" y="3410712"/>
            <a:ext cx="109728" cy="109728"/>
          </a:xfrm>
          <a:prstGeom prst="oval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99232" y="33649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OrdersLoaded  —  Orders list with status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834640" y="3630168"/>
            <a:ext cx="109728" cy="109728"/>
          </a:xfrm>
          <a:prstGeom prst="oval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99232" y="35844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OrderCreated  —  Navigate to orders list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834640" y="3849624"/>
            <a:ext cx="109728" cy="109728"/>
          </a:xfrm>
          <a:prstGeom prst="oval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99232" y="38039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OrderError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834640" y="41422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Order Status Flow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834640" y="44165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Preparing → Ready → Delivered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0972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Screen: Admin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530352"/>
            <a:ext cx="873252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21792"/>
            <a:ext cx="2377440" cy="4206240"/>
          </a:xfrm>
          <a:prstGeom prst="rect">
            <a:avLst/>
          </a:prstGeom>
          <a:solidFill>
            <a:srgbClr val="1A2030"/>
          </a:solidFill>
          <a:ln w="25400">
            <a:solidFill>
              <a:srgbClr val="4A55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621792"/>
            <a:ext cx="713232" cy="1188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" y="758952"/>
            <a:ext cx="2231136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4663440"/>
            <a:ext cx="713232" cy="640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" y="786384"/>
            <a:ext cx="2231136" cy="10972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326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0200" y="9326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8, 2025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8328" y="1188720"/>
            <a:ext cx="64008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12252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" y="14538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1042416" y="1188720"/>
            <a:ext cx="64008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12252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42416" y="14538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1746504" y="1188720"/>
            <a:ext cx="64008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46504" y="12252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46504" y="14538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320040" y="1792224"/>
            <a:ext cx="219456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272284"/>
            <a:ext cx="292608" cy="3429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2135124"/>
            <a:ext cx="292608" cy="48006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8992" y="2340864"/>
            <a:ext cx="292608" cy="274320"/>
          </a:xfrm>
          <a:prstGeom prst="rect">
            <a:avLst/>
          </a:prstGeom>
          <a:solidFill>
            <a:srgbClr val="A67C5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26464" y="2066544"/>
            <a:ext cx="292608" cy="54864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73936" y="2203704"/>
            <a:ext cx="292608" cy="411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21408" y="2100834"/>
            <a:ext cx="292608" cy="51435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6883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Orders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2926080"/>
            <a:ext cx="21945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" y="29626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#1042  Ahmed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737360" y="2980944"/>
            <a:ext cx="594360" cy="164592"/>
          </a:xfrm>
          <a:prstGeom prst="rect">
            <a:avLst/>
          </a:prstGeom>
          <a:solidFill>
            <a:srgbClr val="1C243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55648" y="2990088"/>
            <a:ext cx="576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20040" y="3383280"/>
            <a:ext cx="21945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" y="34198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#1041  Sara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737360" y="3438144"/>
            <a:ext cx="594360" cy="164592"/>
          </a:xfrm>
          <a:prstGeom prst="rect">
            <a:avLst/>
          </a:prstGeom>
          <a:solidFill>
            <a:srgbClr val="1C243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55648" y="3447288"/>
            <a:ext cx="576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834640" y="621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API Endpoints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834640" y="9144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0" y="9235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/admin/dashboard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834640" y="11430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26080" y="11521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/admin/orders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834640" y="13716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0" y="13807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/admin/orders/{id}/status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834640" y="16276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BLoC Events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834640" y="1920240"/>
            <a:ext cx="2039112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98648" y="192938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GetDashboardAnalyticsEvent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992624" y="1920240"/>
            <a:ext cx="1527048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56632" y="192938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GetAdminOrdersEvent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38544" y="1920240"/>
            <a:ext cx="1673352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02552" y="192938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UpdateAdminOrderEvent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834640" y="25054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BLoC States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834640" y="2843784"/>
            <a:ext cx="109728" cy="109728"/>
          </a:xfrm>
          <a:prstGeom prst="oval">
            <a:avLst/>
          </a:prstGeom>
          <a:solidFill>
            <a:srgbClr val="A67C5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99232" y="27980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AdminLoading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834640" y="3063240"/>
            <a:ext cx="109728" cy="109728"/>
          </a:xfrm>
          <a:prstGeom prst="oval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99232" y="3017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DashboardLoaded  —  Analytics + charts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834640" y="3282696"/>
            <a:ext cx="109728" cy="109728"/>
          </a:xfrm>
          <a:prstGeom prst="oval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99232" y="32369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AdminOrdersLoaded  —  Orders list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834640" y="3502152"/>
            <a:ext cx="109728" cy="109728"/>
          </a:xfrm>
          <a:prstGeom prst="oval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99232" y="34564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OrderStatusUpdated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834640" y="3721608"/>
            <a:ext cx="109728" cy="109728"/>
          </a:xfrm>
          <a:prstGeom prst="oval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99232" y="3675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AdminError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834640" y="4023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Notes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2834640" y="4297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routes are protected — role checked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JWT token on both client and server.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0972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Screen: Add / Edit Meal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530352"/>
            <a:ext cx="873252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21792"/>
            <a:ext cx="2377440" cy="4206240"/>
          </a:xfrm>
          <a:prstGeom prst="rect">
            <a:avLst/>
          </a:prstGeom>
          <a:solidFill>
            <a:srgbClr val="1A2030"/>
          </a:solidFill>
          <a:ln w="25400">
            <a:solidFill>
              <a:srgbClr val="4A55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621792"/>
            <a:ext cx="713232" cy="1188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" y="758952"/>
            <a:ext cx="2231136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4663440"/>
            <a:ext cx="713232" cy="640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" y="786384"/>
            <a:ext cx="2231136" cy="10972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32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Add New Meal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197864"/>
            <a:ext cx="219456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6E768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20040" y="12710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📷  Upload Image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682496"/>
            <a:ext cx="219456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17373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Name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029968"/>
            <a:ext cx="219456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20848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(EGP)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377440"/>
            <a:ext cx="219456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4323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724912"/>
            <a:ext cx="219456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27797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108960"/>
            <a:ext cx="2194560" cy="2468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31455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Large — +5 EGP   🗑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419856"/>
            <a:ext cx="2194560" cy="21945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43814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Variant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" y="36941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Stock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91640" y="3712464"/>
            <a:ext cx="365760" cy="164592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1952" y="3730752"/>
            <a:ext cx="128016" cy="128016"/>
          </a:xfrm>
          <a:prstGeom prst="oval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950208"/>
            <a:ext cx="2194560" cy="256032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9684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Meal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834640" y="621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API Endpoints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834640" y="9144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9235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/admin/menu/items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834640" y="11430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0" y="11521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 /admin/menu/items/{id}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834640" y="13716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13807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 /admin/menu/items/{id}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834640" y="16002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16093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/admin/menu/items/{id}/variants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834640" y="18288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0" y="18379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 /admin/menu/items/{id}/variants/{vId}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834640" y="20574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20665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 /admin/stock/items/{id}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834640" y="23957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BLoC Events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834640" y="2688336"/>
            <a:ext cx="1527048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98648" y="269748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CreateMenuItemEvent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480560" y="2688336"/>
            <a:ext cx="1527048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44568" y="269748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UpdateMenuItemEvent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26480" y="2688336"/>
            <a:ext cx="1527048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0488" y="269748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DeleteMenuItemEvent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834640" y="2962656"/>
            <a:ext cx="1234440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98648" y="2971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AddVariantEvent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187952" y="2962656"/>
            <a:ext cx="1453896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51960" y="29718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RemoveVariantEvent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760720" y="2962656"/>
            <a:ext cx="1380744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24728" y="29718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SetItemStockEvent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834640" y="35112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BLoC States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834640" y="3849624"/>
            <a:ext cx="109728" cy="109728"/>
          </a:xfrm>
          <a:prstGeom prst="oval">
            <a:avLst/>
          </a:prstGeom>
          <a:solidFill>
            <a:srgbClr val="A67C5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999232" y="38039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AdminLoading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834640" y="4069080"/>
            <a:ext cx="109728" cy="109728"/>
          </a:xfrm>
          <a:prstGeom prst="oval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99232" y="40233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MenuItemCreated  —  Show success + pop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834640" y="4288536"/>
            <a:ext cx="109728" cy="109728"/>
          </a:xfrm>
          <a:prstGeom prst="oval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999232" y="42428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MenuItemUpdated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834640" y="4507992"/>
            <a:ext cx="109728" cy="109728"/>
          </a:xfrm>
          <a:prstGeom prst="oval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99232" y="44622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AdminError  —  Show validation error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0972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Screen: Manage Orders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530352"/>
            <a:ext cx="873252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21792"/>
            <a:ext cx="2377440" cy="4206240"/>
          </a:xfrm>
          <a:prstGeom prst="rect">
            <a:avLst/>
          </a:prstGeom>
          <a:solidFill>
            <a:srgbClr val="1A2030"/>
          </a:solidFill>
          <a:ln w="25400">
            <a:solidFill>
              <a:srgbClr val="4A55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621792"/>
            <a:ext cx="713232" cy="1188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" y="758952"/>
            <a:ext cx="2231136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4663440"/>
            <a:ext cx="713232" cy="640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" y="786384"/>
            <a:ext cx="2231136" cy="10972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326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Orders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11680" y="969264"/>
            <a:ext cx="109728" cy="109728"/>
          </a:xfrm>
          <a:prstGeom prst="oval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188720"/>
            <a:ext cx="640080" cy="182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19786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005840" y="1188720"/>
            <a:ext cx="640080" cy="182880"/>
          </a:xfrm>
          <a:prstGeom prst="rect">
            <a:avLst/>
          </a:prstGeom>
          <a:solidFill>
            <a:srgbClr val="6F4E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119786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691640" y="1188720"/>
            <a:ext cx="640080" cy="182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119786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0040" y="1463040"/>
            <a:ext cx="21945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15179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#1045  —  Ahmed Ali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048" y="17007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Sandwich,  1× Juice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4048" y="188366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ago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84048" y="2084832"/>
            <a:ext cx="822960" cy="219456"/>
          </a:xfrm>
          <a:prstGeom prst="rect">
            <a:avLst/>
          </a:prstGeom>
          <a:solidFill>
            <a:srgbClr val="2D0D0D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1031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Reject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252728" y="2084832"/>
            <a:ext cx="822960" cy="219456"/>
          </a:xfrm>
          <a:prstGeom prst="rect">
            <a:avLst/>
          </a:prstGeom>
          <a:solidFill>
            <a:srgbClr val="0D2D0D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52728" y="21031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Accept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2743200"/>
            <a:ext cx="219456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7980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#1044  —  Sara M.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4048" y="3017520"/>
            <a:ext cx="640080" cy="182880"/>
          </a:xfrm>
          <a:prstGeom prst="rect">
            <a:avLst/>
          </a:prstGeom>
          <a:solidFill>
            <a:srgbClr val="1C243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302666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3255264"/>
            <a:ext cx="1700784" cy="219456"/>
          </a:xfrm>
          <a:prstGeom prst="rect">
            <a:avLst/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273552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Ready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834640" y="621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API Endpoints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834640" y="9144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0" y="9235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/admin/orders?status=pending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834640" y="1143000"/>
            <a:ext cx="420624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11521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/admin/orders/{id}/status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834640" y="14813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BLoC Events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834640" y="1773936"/>
            <a:ext cx="1527048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98648" y="178308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GetAdminOrdersEvent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480560" y="1773936"/>
            <a:ext cx="2112264" cy="2011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44568" y="1783080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UpdateAdminOrderStatusEvent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834640" y="2286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BLoC States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834640" y="2624328"/>
            <a:ext cx="109728" cy="109728"/>
          </a:xfrm>
          <a:prstGeom prst="oval">
            <a:avLst/>
          </a:prstGeom>
          <a:solidFill>
            <a:srgbClr val="A67C5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99232" y="25786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AdminLoading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834640" y="2843784"/>
            <a:ext cx="109728" cy="109728"/>
          </a:xfrm>
          <a:prstGeom prst="oval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99232" y="27980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AdminOrdersLoaded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834640" y="3063240"/>
            <a:ext cx="109728" cy="109728"/>
          </a:xfrm>
          <a:prstGeom prst="oval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99232" y="3017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OrderStatusUpdated  —  Card UI updates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834640" y="3282696"/>
            <a:ext cx="109728" cy="109728"/>
          </a:xfrm>
          <a:prstGeom prst="oval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99232" y="32369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AdminError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834640" y="3566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Status Values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834640" y="3840480"/>
            <a:ext cx="594360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26080" y="389534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"pending" → "preparing" → "ready" → "delivered"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"pending" → "rejected"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Flow: User &amp; Admin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168" y="1005840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👨‍💼  User Order 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1261872"/>
            <a:ext cx="931545" cy="411480"/>
          </a:xfrm>
          <a:prstGeom prst="rect">
            <a:avLst/>
          </a:prstGeom>
          <a:solidFill>
            <a:srgbClr val="0D1A2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1298448"/>
            <a:ext cx="858393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2713" y="13716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15593" y="1261872"/>
            <a:ext cx="931545" cy="411480"/>
          </a:xfrm>
          <a:prstGeom prst="rect">
            <a:avLst/>
          </a:prstGeom>
          <a:solidFill>
            <a:srgbClr val="1C10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2169" y="1298448"/>
            <a:ext cx="858393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Menu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47138" y="13716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30018" y="1261872"/>
            <a:ext cx="931545" cy="411480"/>
          </a:xfrm>
          <a:prstGeom prst="rect">
            <a:avLst/>
          </a:prstGeom>
          <a:solidFill>
            <a:srgbClr val="0D1A2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6594" y="1298448"/>
            <a:ext cx="858393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Meal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61563" y="13716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44443" y="1261872"/>
            <a:ext cx="931545" cy="411480"/>
          </a:xfrm>
          <a:prstGeom prst="rect">
            <a:avLst/>
          </a:prstGeom>
          <a:solidFill>
            <a:srgbClr val="1C10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1019" y="1298448"/>
            <a:ext cx="858393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75988" y="13716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58868" y="1261872"/>
            <a:ext cx="931545" cy="411480"/>
          </a:xfrm>
          <a:prstGeom prst="rect">
            <a:avLst/>
          </a:prstGeom>
          <a:solidFill>
            <a:srgbClr val="0D1A2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5444" y="1298448"/>
            <a:ext cx="858393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90413" y="13716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73293" y="1261872"/>
            <a:ext cx="931545" cy="411480"/>
          </a:xfrm>
          <a:prstGeom prst="rect">
            <a:avLst/>
          </a:prstGeom>
          <a:solidFill>
            <a:srgbClr val="1C10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9869" y="1298448"/>
            <a:ext cx="858393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04838" y="13716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87718" y="1261872"/>
            <a:ext cx="931545" cy="411480"/>
          </a:xfrm>
          <a:prstGeom prst="rect">
            <a:avLst/>
          </a:prstGeom>
          <a:solidFill>
            <a:srgbClr val="0D1A2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4294" y="1298448"/>
            <a:ext cx="858393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819263" y="13716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02143" y="1261872"/>
            <a:ext cx="931545" cy="411480"/>
          </a:xfrm>
          <a:prstGeom prst="rect">
            <a:avLst/>
          </a:prstGeom>
          <a:solidFill>
            <a:srgbClr val="1C104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38719" y="1298448"/>
            <a:ext cx="858393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✓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01168" y="2578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👨‍🍳  Admin Processing Flow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01168" y="2834640"/>
            <a:ext cx="1090749" cy="411480"/>
          </a:xfrm>
          <a:prstGeom prst="rect">
            <a:avLst/>
          </a:prstGeom>
          <a:solidFill>
            <a:srgbClr val="0D1A0D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" y="2871216"/>
            <a:ext cx="1017597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291917" y="29443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474797" y="2834640"/>
            <a:ext cx="1090749" cy="411480"/>
          </a:xfrm>
          <a:prstGeom prst="rect">
            <a:avLst/>
          </a:prstGeom>
          <a:solidFill>
            <a:srgbClr val="2D1A0D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11373" y="2871216"/>
            <a:ext cx="1017597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565545" y="29443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8425" y="2834640"/>
            <a:ext cx="1090749" cy="411480"/>
          </a:xfrm>
          <a:prstGeom prst="rect">
            <a:avLst/>
          </a:prstGeom>
          <a:solidFill>
            <a:srgbClr val="0D1A0D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85001" y="2871216"/>
            <a:ext cx="1017597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839174" y="29443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022054" y="2834640"/>
            <a:ext cx="1090749" cy="411480"/>
          </a:xfrm>
          <a:prstGeom prst="rect">
            <a:avLst/>
          </a:prstGeom>
          <a:solidFill>
            <a:srgbClr val="2D1A0D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58630" y="2871216"/>
            <a:ext cx="1017597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12802" y="29443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95682" y="2834640"/>
            <a:ext cx="1090749" cy="411480"/>
          </a:xfrm>
          <a:prstGeom prst="rect">
            <a:avLst/>
          </a:prstGeom>
          <a:solidFill>
            <a:srgbClr val="0D1A0D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32258" y="2871216"/>
            <a:ext cx="1017597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86431" y="29443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69311" y="2834640"/>
            <a:ext cx="1090749" cy="411480"/>
          </a:xfrm>
          <a:prstGeom prst="rect">
            <a:avLst/>
          </a:prstGeom>
          <a:solidFill>
            <a:srgbClr val="2D1A0D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05887" y="2871216"/>
            <a:ext cx="1017597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660059" y="29443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842939" y="2834640"/>
            <a:ext cx="1090749" cy="411480"/>
          </a:xfrm>
          <a:prstGeom prst="rect">
            <a:avLst/>
          </a:prstGeom>
          <a:solidFill>
            <a:srgbClr val="0D1A0D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79515" y="2871216"/>
            <a:ext cx="1017597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Notified ✓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" y="4069080"/>
            <a:ext cx="82296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42062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flows interact with the same REST API  —  roles are enforced by JWT token claims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168" y="685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end-to-end scenario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25196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097280"/>
            <a:ext cx="320040" cy="320040"/>
          </a:xfrm>
          <a:prstGeom prst="oval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1155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088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" y="1289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screen loads, checks saved token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664208"/>
            <a:ext cx="425196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1773936"/>
            <a:ext cx="320040" cy="320040"/>
          </a:xfrm>
          <a:prstGeom prst="oval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79222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4088" y="17282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" y="1965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logs in with email/password, JWT saved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1168" y="2340864"/>
            <a:ext cx="425196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" y="2450592"/>
            <a:ext cx="320040" cy="320040"/>
          </a:xfrm>
          <a:prstGeom prst="oval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468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4088" y="2404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Menu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" y="2642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loads from GET /menu/items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" y="3017520"/>
            <a:ext cx="425196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3127248"/>
            <a:ext cx="320040" cy="320040"/>
          </a:xfrm>
          <a:prstGeom prst="oval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314553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4088" y="3081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Meal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" y="3319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"Grilled Sandwich", sees details &amp; variants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" y="3694176"/>
            <a:ext cx="425196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" y="3803904"/>
            <a:ext cx="320040" cy="320040"/>
          </a:xfrm>
          <a:prstGeom prst="oval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38221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4088" y="3758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" y="3995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"Large", qty 2, taps Add to Cart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987552"/>
            <a:ext cx="425196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097280"/>
            <a:ext cx="320040" cy="320040"/>
          </a:xfrm>
          <a:prstGeom prst="oval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1155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6636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66360" y="1289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cart total (50 EGP), taps Checkout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1664208"/>
            <a:ext cx="425196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1773936"/>
            <a:ext cx="320040" cy="320040"/>
          </a:xfrm>
          <a:prstGeom prst="oval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79222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66360" y="17282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66360" y="1965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/orders called, order #1045 created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2340864"/>
            <a:ext cx="425196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2450592"/>
            <a:ext cx="320040" cy="320040"/>
          </a:xfrm>
          <a:prstGeom prst="oval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468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66360" y="2404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Sees Order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66360" y="2642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Cafeteria staff sees #1045 in Manage Orders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3017520"/>
            <a:ext cx="425196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3127248"/>
            <a:ext cx="320040" cy="320040"/>
          </a:xfrm>
          <a:prstGeom prst="oval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14553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66360" y="3081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Accepts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166360" y="3319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pending → preparing → ready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63440" y="3694176"/>
            <a:ext cx="425196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3803904"/>
            <a:ext cx="320040" cy="320040"/>
          </a:xfrm>
          <a:prstGeom prst="oval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38221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66360" y="3758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Sees Ready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166360" y="3995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shows "Ready for Pickup" ✓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168" y="685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features for future versions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2788920" cy="3749040"/>
          </a:xfrm>
          <a:prstGeom prst="rect">
            <a:avLst/>
          </a:prstGeom>
          <a:solidFill>
            <a:srgbClr val="1A1208"/>
          </a:solidFill>
          <a:ln w="19050">
            <a:solidFill>
              <a:srgbClr val="F088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05840"/>
            <a:ext cx="278892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0972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💳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92608" y="16276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" y="1965960"/>
            <a:ext cx="2423160" cy="0"/>
          </a:xfrm>
          <a:prstGeom prst="line">
            <a:avLst/>
          </a:prstGeom>
          <a:noFill/>
          <a:ln w="6350">
            <a:solidFill>
              <a:srgbClr val="F0883E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205740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payment gateway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" y="253288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credit cards &amp; wallets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" y="300837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digital receipt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" y="34838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flow for cancelled orders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27248" y="1005840"/>
            <a:ext cx="2788920" cy="3749040"/>
          </a:xfrm>
          <a:prstGeom prst="rect">
            <a:avLst/>
          </a:prstGeom>
          <a:solidFill>
            <a:srgbClr val="0D1320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27248" y="1005840"/>
            <a:ext cx="278892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7248" y="10972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18688" y="16276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10128" y="1965960"/>
            <a:ext cx="2423160" cy="0"/>
          </a:xfrm>
          <a:prstGeom prst="line">
            <a:avLst/>
          </a:prstGeom>
          <a:noFill/>
          <a:ln w="6350">
            <a:solidFill>
              <a:srgbClr val="58A6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205740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64408" y="253288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order is ready!" alerts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64408" y="300837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alerts for new orders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64408" y="34838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specials announcements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53328" y="1005840"/>
            <a:ext cx="2788920" cy="3749040"/>
          </a:xfrm>
          <a:prstGeom prst="rect">
            <a:avLst/>
          </a:prstGeom>
          <a:solidFill>
            <a:srgbClr val="180D20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53328" y="1005840"/>
            <a:ext cx="2788920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53328" y="10972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144768" y="16276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36208" y="1965960"/>
            <a:ext cx="2423160" cy="0"/>
          </a:xfrm>
          <a:prstGeom prst="line">
            <a:avLst/>
          </a:prstGeom>
          <a:noFill/>
          <a:ln w="6350">
            <a:solidFill>
              <a:srgbClr val="BC8CFF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0488" y="205740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meals based on history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0488" y="253288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items at current time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90488" y="300837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 preference filtering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90488" y="34838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combo suggestions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F4E37"/>
          </a:solidFill>
          <a:ln w="12700">
            <a:solidFill>
              <a:srgbClr val="6F4E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560320"/>
            <a:ext cx="4572000" cy="4572000"/>
          </a:xfrm>
          <a:prstGeom prst="oval">
            <a:avLst/>
          </a:prstGeom>
          <a:solidFill>
            <a:srgbClr val="6F4E37">
              <a:alpha val="12000"/>
            </a:srgbClr>
          </a:solidFill>
          <a:ln w="12700">
            <a:solidFill>
              <a:srgbClr val="6F4E37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6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0" y="2606040"/>
            <a:ext cx="4572000" cy="0"/>
          </a:xfrm>
          <a:prstGeom prst="line">
            <a:avLst/>
          </a:prstGeom>
          <a:noFill/>
          <a:ln w="25400">
            <a:solidFill>
              <a:srgbClr val="6F4E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88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Flutter + BLoC + Clean Architecture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136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REST API with Node.js + MongoDB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838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Built for CIC University Cafeteria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Cafeteria System  ·  Developer Presentation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Cafeteria System</dc:title>
  <dc:subject>PptxGenJS Presentation</dc:subject>
  <dc:creator>Ammar Mohamed</dc:creator>
  <cp:lastModifiedBy>Ammar Mohamed</cp:lastModifiedBy>
  <cp:revision>1</cp:revision>
  <dcterms:created xsi:type="dcterms:W3CDTF">2026-05-08T07:39:45Z</dcterms:created>
  <dcterms:modified xsi:type="dcterms:W3CDTF">2026-05-08T07:39:45Z</dcterms:modified>
</cp:coreProperties>
</file>